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Korea-Switzerland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Currency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KRW depreciated by 7.46%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Exporters benefit from cheaper goods</a:t>
            </a:r>
          </a:p>
          <a:p>
            <a:pPr>
              <a:spcBef>
                <a:spcPts val="1200"/>
              </a:spcBef>
              <a:defRPr sz="1800">
                <a:solidFill>
                  <a:srgbClr val="2C3E50"/>
                </a:solidFill>
              </a:defRPr>
            </a:pPr>
            <a:r>
              <a:t>Importers face margin pressure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